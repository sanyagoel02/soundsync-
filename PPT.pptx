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908" y="1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9194" y="988819"/>
            <a:ext cx="2178050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1079" y="1517291"/>
            <a:ext cx="2697479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378" y="1195928"/>
            <a:ext cx="4450321" cy="96949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lang="en-US" sz="1400" b="1" spc="-60" dirty="0" smtClean="0">
                <a:solidFill>
                  <a:srgbClr val="595959"/>
                </a:solidFill>
                <a:latin typeface="Tahoma"/>
                <a:cs typeface="Tahoma"/>
              </a:rPr>
              <a:t>SOUNDSYNC : Smart Music Player</a:t>
            </a:r>
            <a:endParaRPr sz="1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lang="en-US" sz="1100" spc="-45" dirty="0" smtClean="0">
                <a:solidFill>
                  <a:srgbClr val="133768"/>
                </a:solidFill>
                <a:latin typeface="Tahoma"/>
                <a:cs typeface="Tahoma"/>
              </a:rPr>
              <a:t>DSCPP-III-2026-T201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Science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&amp;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1837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21837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37982"/>
            <a:ext cx="2520950" cy="802640"/>
            <a:chOff x="309193" y="1414538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453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58809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453323"/>
            <a:ext cx="65151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85" dirty="0">
                <a:latin typeface="Tahoma"/>
                <a:cs typeface="Tahoma"/>
              </a:rPr>
              <a:t>Semester: </a:t>
            </a:r>
            <a:r>
              <a:rPr sz="1100" b="1" spc="-10" dirty="0">
                <a:latin typeface="Tahoma"/>
                <a:cs typeface="Tahoma"/>
              </a:rPr>
              <a:t>Section: Domain: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3323"/>
            <a:ext cx="1705164" cy="6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DSCPP-III-2026-T201</a:t>
            </a:r>
            <a:endParaRPr sz="11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3rd</a:t>
            </a:r>
            <a:r>
              <a:rPr sz="1100" spc="-2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100" spc="-25" dirty="0" smtClean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2600"/>
              </a:lnSpc>
            </a:pPr>
            <a:r>
              <a:rPr lang="en-US" sz="1100" spc="-25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 , E , ML-1</a:t>
            </a:r>
          </a:p>
          <a:p>
            <a:pPr marL="12700" marR="5080">
              <a:lnSpc>
                <a:spcPct val="102600"/>
              </a:lnSpc>
            </a:pPr>
            <a:r>
              <a:rPr lang="en-US" sz="1100" spc="-25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DSA &amp; OOPs with C++</a:t>
            </a:r>
            <a:endParaRPr sz="11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14538"/>
            <a:ext cx="2520950" cy="726440"/>
            <a:chOff x="2930016" y="1414538"/>
            <a:chExt cx="2520950" cy="726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4538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5880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29091"/>
            <a:ext cx="2476197" cy="5193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3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Sanya</a:t>
            </a:r>
            <a:r>
              <a:rPr lang="en-US" sz="110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3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</a:t>
            </a:r>
            <a:r>
              <a:rPr lang="en-US" sz="1100" spc="-3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oel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2510010795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Manvi</a:t>
            </a:r>
            <a:r>
              <a:rPr lang="en-US" sz="11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Arora </a:t>
            </a:r>
            <a:r>
              <a:rPr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2510010232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Eshu</a:t>
            </a:r>
            <a:r>
              <a:rPr lang="en-US" sz="11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Ram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2510011472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77414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7294" y="2356418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74834"/>
            <a:ext cx="5142230" cy="252729"/>
            <a:chOff x="309193" y="2552585"/>
            <a:chExt cx="5142230" cy="25272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4834"/>
            <a:ext cx="184721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Mr. </a:t>
            </a:r>
            <a:r>
              <a:rPr lang="en-US" sz="11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Abhinav</a:t>
            </a:r>
            <a:r>
              <a:rPr lang="en-US"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Kotnala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02154" y="2574834"/>
            <a:ext cx="20421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8825" algn="l"/>
              </a:tabLst>
            </a:pPr>
            <a:r>
              <a:rPr sz="1100" b="1" spc="-75" dirty="0">
                <a:latin typeface="Tahoma"/>
                <a:cs typeface="Tahoma"/>
              </a:rPr>
              <a:t>Interactions</a:t>
            </a:r>
            <a:r>
              <a:rPr sz="1100" b="1" dirty="0">
                <a:latin typeface="Tahoma"/>
                <a:cs typeface="Tahoma"/>
              </a:rPr>
              <a:t> completed:</a:t>
            </a:r>
            <a:r>
              <a:rPr sz="1100" b="1" spc="150" dirty="0">
                <a:latin typeface="Tahoma"/>
                <a:cs typeface="Tahoma"/>
              </a:rPr>
              <a:t> </a:t>
            </a:r>
            <a:r>
              <a:rPr lang="en-US" sz="1100" b="1" spc="150" dirty="0" smtClean="0">
                <a:latin typeface="Tahoma"/>
                <a:cs typeface="Tahoma"/>
              </a:rPr>
              <a:t>3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95300" y="3143250"/>
            <a:ext cx="31153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2/10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0" dirty="0"/>
              <a:t> </a:t>
            </a:r>
            <a:r>
              <a:rPr spc="-35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47294" y="7080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5572" y="868735"/>
            <a:ext cx="5178128" cy="982289"/>
            <a:chOff x="309193" y="120595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120595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8111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425395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8300" y="940789"/>
            <a:ext cx="5082560" cy="82445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 dirty="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solves the real-world problem of managing growing personal music libraries by providing an organized system for fast song access, personalized playlist management, and efficient music playback.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894" y="1899308"/>
            <a:ext cx="2561006" cy="8688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Limited Playlist Management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Saves time, Improve accessibility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Scattered songs, difficult searching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6" y="1907004"/>
            <a:ext cx="2530415" cy="8688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5" dirty="0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sz="11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sz="11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sz="11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Music listener, Students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Developers and mentors 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Easy access, Efficient playback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90649"/>
            <a:ext cx="5090508" cy="1476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1100" dirty="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90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Develop a simple smart music management system.</a:t>
            </a:r>
            <a:r>
              <a:rPr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Implementation of song search, playback, and playlist management.</a:t>
            </a:r>
            <a:r>
              <a:rPr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Integrate</a:t>
            </a:r>
            <a:r>
              <a:rPr lang="en-US" sz="1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 using C++ concepts, OOPs, and data structures</a:t>
            </a:r>
            <a:r>
              <a:rPr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2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Evaluate</a:t>
            </a:r>
            <a:r>
              <a:rPr sz="12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sz="1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6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</a:t>
            </a:r>
            <a:r>
              <a:rPr lang="en-US" sz="1200" spc="-6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using functional test cases.</a:t>
            </a:r>
            <a:r>
              <a:rPr sz="12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2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Demonstrate</a:t>
            </a:r>
            <a:r>
              <a:rPr lang="en-US" sz="12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 the practical use and future scalability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32" y="2623095"/>
            <a:ext cx="4266668" cy="33342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75"/>
              </a:lnSpc>
            </a:pPr>
            <a:r>
              <a:rPr sz="1100" b="1" dirty="0">
                <a:latin typeface="Tahoma"/>
                <a:cs typeface="Tahoma"/>
              </a:rPr>
              <a:t>Key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Objective</a:t>
            </a:r>
            <a:r>
              <a:rPr sz="1100" b="1" spc="-60" dirty="0" smtClean="0">
                <a:latin typeface="Tahoma"/>
                <a:cs typeface="Tahoma"/>
              </a:rPr>
              <a:t>:</a:t>
            </a:r>
            <a:r>
              <a:rPr sz="1100" b="1" spc="65" dirty="0" smtClean="0">
                <a:latin typeface="Tahoma"/>
                <a:cs typeface="Tahoma"/>
              </a:rPr>
              <a:t> </a:t>
            </a:r>
            <a:r>
              <a:rPr lang="en-US" sz="1100" i="1" spc="-20" dirty="0" smtClean="0">
                <a:solidFill>
                  <a:srgbClr val="595959"/>
                </a:solidFill>
                <a:latin typeface="Arial"/>
                <a:cs typeface="Arial"/>
              </a:rPr>
              <a:t>To provide fast song access and efficient playlist    management for a personal music </a:t>
            </a:r>
            <a:r>
              <a:rPr lang="en-US" sz="1100" i="1" spc="-20" dirty="0" smtClean="0">
                <a:solidFill>
                  <a:srgbClr val="595959"/>
                </a:solidFill>
                <a:latin typeface="Arial"/>
                <a:cs typeface="Arial"/>
              </a:rPr>
              <a:t>playlist.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Proposed</a:t>
            </a:r>
            <a:r>
              <a:rPr spc="-5" dirty="0"/>
              <a:t> </a:t>
            </a:r>
            <a:r>
              <a:rPr spc="-55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994" y="809729"/>
            <a:ext cx="2522906" cy="22640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55" dirty="0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sz="11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sz="1100" dirty="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 selects songs and enters playlist details.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Search, sort, add, delete, and play songs using data structures.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Manage songs, playlists, and playback based on user choices.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Store song details and playlists using files/local storage.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Display songs, playlists, and playback status through a simple UI.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11500" y="809729"/>
            <a:ext cx="2553631" cy="134075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sz="1100" b="1" spc="-5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Song Search &amp; Selection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Music Playback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Creation &amp; Management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/ Delete Songs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Song Sorting &amp; Organization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598786"/>
            <a:ext cx="339217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 smtClean="0">
                <a:solidFill>
                  <a:srgbClr val="595959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Integration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60" dirty="0"/>
              <a:t>PBL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5" dirty="0"/>
              <a:t> </a:t>
            </a:r>
            <a:r>
              <a:rPr spc="-35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422240"/>
              </p:ext>
            </p:extLst>
          </p:nvPr>
        </p:nvGraphicFramePr>
        <p:xfrm>
          <a:off x="449978" y="973999"/>
          <a:ext cx="4871322" cy="953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Course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Applied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8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Module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Structures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Arrays, Linked</a:t>
                      </a:r>
                      <a:r>
                        <a:rPr sz="900" i="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Lists,</a:t>
                      </a:r>
                      <a:r>
                        <a:rPr sz="900" i="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Trees,</a:t>
                      </a:r>
                      <a:r>
                        <a:rPr sz="900" i="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Graphs,</a:t>
                      </a:r>
                      <a:r>
                        <a:rPr sz="9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1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Hashing</a:t>
                      </a:r>
                      <a:r>
                        <a:rPr lang="en-US" sz="900" i="0" spc="-1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Stacks, Queues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900" i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Songs</a:t>
                      </a:r>
                      <a:r>
                        <a:rPr lang="en-US" sz="90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Playlist Management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Tahoma"/>
                          <a:cs typeface="Tahoma"/>
                        </a:rPr>
                        <a:t>OOPs</a:t>
                      </a:r>
                      <a:r>
                        <a:rPr sz="8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sz="800" b="1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C++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900" i="0" spc="-4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  <a:r>
                        <a:rPr sz="900" i="0" spc="-4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900" i="0" spc="-4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Objects,</a:t>
                      </a:r>
                      <a:r>
                        <a:rPr sz="900" i="0" spc="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1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Inheritance,</a:t>
                      </a:r>
                      <a:r>
                        <a:rPr sz="900" i="0" spc="5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1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Polymorphism,</a:t>
                      </a:r>
                      <a:r>
                        <a:rPr sz="900" i="0" spc="5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STL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sz="800" i="1" spc="50" dirty="0">
                          <a:solidFill>
                            <a:srgbClr val="59595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lang="en-US" sz="900" i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Music</a:t>
                      </a:r>
                      <a:r>
                        <a:rPr lang="en-US" sz="90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Player &amp; User Management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3100" y="2384425"/>
            <a:ext cx="4419600" cy="514243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6350" rIns="0" bIns="0" rtlCol="0">
            <a:spAutoFit/>
          </a:bodyPr>
          <a:lstStyle/>
          <a:p>
            <a:pPr marL="337820">
              <a:lnSpc>
                <a:spcPct val="100000"/>
              </a:lnSpc>
              <a:spcBef>
                <a:spcPts val="50"/>
              </a:spcBef>
            </a:pPr>
            <a:r>
              <a:rPr sz="1100" b="1" spc="-50" dirty="0">
                <a:latin typeface="Tahoma"/>
                <a:cs typeface="Tahoma"/>
              </a:rPr>
              <a:t>Requirement</a:t>
            </a:r>
            <a:r>
              <a:rPr sz="1100" b="1" spc="-50" dirty="0" smtClean="0">
                <a:latin typeface="Tahoma"/>
                <a:cs typeface="Tahoma"/>
              </a:rPr>
              <a:t>:</a:t>
            </a:r>
            <a:r>
              <a:rPr lang="en-US" sz="1100" spc="-10" dirty="0" smtClean="0">
                <a:latin typeface="Arial MT"/>
                <a:cs typeface="Arial MT"/>
              </a:rPr>
              <a:t> Data Structures efficiently manage music data, while OOPs provides a modular and reusable structure for the music player system.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System</a:t>
            </a:r>
            <a:r>
              <a:rPr spc="25" dirty="0"/>
              <a:t> </a:t>
            </a:r>
            <a:r>
              <a:rPr spc="-50" dirty="0"/>
              <a:t>Architecture</a:t>
            </a:r>
            <a:r>
              <a:rPr spc="30" dirty="0"/>
              <a:t> </a:t>
            </a:r>
            <a:r>
              <a:rPr dirty="0"/>
              <a:t>/</a:t>
            </a:r>
            <a:r>
              <a:rPr spc="30" dirty="0"/>
              <a:t> </a:t>
            </a:r>
            <a:r>
              <a:rPr spc="-7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5337" y="834569"/>
            <a:ext cx="779145" cy="368935"/>
            <a:chOff x="428336" y="1228708"/>
            <a:chExt cx="779145" cy="368935"/>
          </a:xfrm>
        </p:grpSpPr>
        <p:sp>
          <p:nvSpPr>
            <p:cNvPr id="5" name="object 5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7877" y="850178"/>
            <a:ext cx="83690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lang="en-US" sz="1000" spc="-10" dirty="0" smtClean="0">
                <a:latin typeface="Tahoma"/>
                <a:cs typeface="Tahoma"/>
              </a:rPr>
              <a:t>Load Music           Library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44170" y="844033"/>
            <a:ext cx="779145" cy="361950"/>
            <a:chOff x="1459407" y="1232222"/>
            <a:chExt cx="779145" cy="361950"/>
          </a:xfrm>
        </p:grpSpPr>
        <p:sp>
          <p:nvSpPr>
            <p:cNvPr id="9" name="object 9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01619" y="844034"/>
            <a:ext cx="71915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US" sz="1000" spc="-40" dirty="0" smtClean="0">
                <a:latin typeface="Tahoma"/>
                <a:cs typeface="Tahoma"/>
              </a:rPr>
              <a:t>Enter Song Name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76150" y="837366"/>
            <a:ext cx="779145" cy="361950"/>
            <a:chOff x="2490479" y="1232222"/>
            <a:chExt cx="779145" cy="361950"/>
          </a:xfrm>
        </p:grpSpPr>
        <p:sp>
          <p:nvSpPr>
            <p:cNvPr id="13" name="object 13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55884" y="871338"/>
            <a:ext cx="3073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Core </a:t>
            </a:r>
            <a:r>
              <a:rPr sz="1000" spc="-25" dirty="0">
                <a:latin typeface="Tahoma"/>
                <a:cs typeface="Tahoma"/>
              </a:rPr>
              <a:t>Logic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01384" y="841493"/>
            <a:ext cx="779145" cy="361950"/>
            <a:chOff x="3521551" y="1232222"/>
            <a:chExt cx="779145" cy="361950"/>
          </a:xfrm>
        </p:grpSpPr>
        <p:sp>
          <p:nvSpPr>
            <p:cNvPr id="17" name="object 17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17416" y="837110"/>
            <a:ext cx="76697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95"/>
              </a:spcBef>
            </a:pPr>
            <a:r>
              <a:rPr lang="en-US" sz="1000" spc="-45" dirty="0" smtClean="0">
                <a:latin typeface="Tahoma"/>
                <a:cs typeface="Tahoma"/>
              </a:rPr>
              <a:t>Local File Storage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01942" y="982373"/>
            <a:ext cx="3332872" cy="104966"/>
            <a:chOff x="1207414" y="1389841"/>
            <a:chExt cx="3329940" cy="46990"/>
          </a:xfrm>
        </p:grpSpPr>
        <p:sp>
          <p:nvSpPr>
            <p:cNvPr id="25" name="object 25"/>
            <p:cNvSpPr/>
            <p:nvPr/>
          </p:nvSpPr>
          <p:spPr>
            <a:xfrm>
              <a:off x="1207414" y="14130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92477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92477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38486" y="14130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23549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23549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69557" y="14130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54621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54621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00629" y="14130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85692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85692" y="1394902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529158" y="859591"/>
            <a:ext cx="779145" cy="337185"/>
            <a:chOff x="4552623" y="1244524"/>
            <a:chExt cx="779145" cy="337185"/>
          </a:xfrm>
        </p:grpSpPr>
        <p:sp>
          <p:nvSpPr>
            <p:cNvPr id="21" name="object 21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59299" y="856753"/>
            <a:ext cx="74646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" marR="5080" indent="-26670">
              <a:lnSpc>
                <a:spcPct val="100000"/>
              </a:lnSpc>
              <a:spcBef>
                <a:spcPts val="95"/>
              </a:spcBef>
            </a:pPr>
            <a:r>
              <a:rPr lang="en-US" sz="1000" dirty="0" smtClean="0">
                <a:latin typeface="Tahoma"/>
                <a:cs typeface="Tahoma"/>
              </a:rPr>
              <a:t>Display &amp; Play Audio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7116" y="1304779"/>
            <a:ext cx="2599106" cy="16074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sz="1100" b="1" spc="-2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u="sng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</a:t>
            </a:r>
            <a:r>
              <a:rPr lang="en-US" sz="1200" u="sng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usic Library Module </a:t>
            </a:r>
            <a:r>
              <a:rPr lang="en-US" sz="12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Stores and manages songs using arrays/vectors.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u="sng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Playlist</a:t>
            </a:r>
            <a:r>
              <a:rPr sz="1200" u="sng" spc="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u="sng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Module</a:t>
            </a:r>
            <a:r>
              <a:rPr lang="en-US" sz="12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Creates and manages playlists using linked lists.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u="sng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Music Player </a:t>
            </a:r>
            <a:r>
              <a:rPr sz="1200" u="sng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Module</a:t>
            </a:r>
            <a:r>
              <a:rPr lang="en-US" sz="12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Handles play ,next , previous and song queue using stack and queue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56222" y="1306134"/>
            <a:ext cx="2481580" cy="181780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u="sng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 selects/searches a song </a:t>
            </a:r>
            <a:r>
              <a:rPr lang="en-US" sz="12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system processes the request.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Song data is retrieved from the music library and playlist.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Player controls the selected song and manages the queue.</a:t>
            </a: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u="sng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 </a:t>
            </a: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Song information, playlist and currently playing songs.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Technology</a:t>
            </a:r>
            <a:r>
              <a:rPr spc="20" dirty="0"/>
              <a:t> </a:t>
            </a:r>
            <a:r>
              <a:rPr spc="-10" dirty="0"/>
              <a:t>Stack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5" dirty="0"/>
              <a:t> </a:t>
            </a:r>
            <a:r>
              <a:rPr spc="-45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321" y="1193372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183586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204581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62504" y="749648"/>
            <a:ext cx="1693443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390294"/>
            <a:ext cx="2520950" cy="1042669"/>
            <a:chOff x="309193" y="1390294"/>
            <a:chExt cx="2520950" cy="104266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90294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34558"/>
              <a:ext cx="2520950" cy="998219"/>
            </a:xfrm>
            <a:custGeom>
              <a:avLst/>
              <a:gdLst/>
              <a:ahLst/>
              <a:cxnLst/>
              <a:rect l="l" t="t" r="r" b="b"/>
              <a:pathLst>
                <a:path w="2520950" h="998219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1957" y="1381414"/>
            <a:ext cx="2402383" cy="106888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1200"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sz="1200" spc="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sz="1200" spc="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24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sz="1200" spc="3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sz="1200" spc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++</a:t>
            </a:r>
            <a:r>
              <a:rPr lang="en-US" sz="1200" spc="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2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 Python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200" spc="-3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Database</a:t>
            </a:r>
            <a:r>
              <a:rPr sz="1200" spc="-3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sz="1200" spc="5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MySQL</a:t>
            </a:r>
            <a:r>
              <a:rPr sz="120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2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lang="en-US" sz="1200" spc="-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File Storage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200" spc="-1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Tools</a:t>
            </a:r>
            <a:r>
              <a:rPr sz="1200"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114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sz="1200"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Framework:</a:t>
            </a:r>
            <a:r>
              <a:rPr sz="1200" spc="7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20" dirty="0" smtClean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SFML(Audio)</a:t>
            </a:r>
            <a:endParaRPr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200" spc="-1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IDE:</a:t>
            </a:r>
            <a:r>
              <a:rPr sz="1200" spc="-7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20" dirty="0" smtClean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Visual Studio Code</a:t>
            </a:r>
            <a:endParaRPr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200" spc="-3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Version</a:t>
            </a:r>
            <a:r>
              <a:rPr sz="1200"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Control:</a:t>
            </a:r>
            <a:r>
              <a:rPr sz="1200" spc="6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</a:t>
            </a:r>
            <a:r>
              <a:rPr sz="1200" spc="5" dirty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240" dirty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sz="1200" dirty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GitHub</a:t>
            </a:r>
            <a:endParaRPr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749647"/>
            <a:ext cx="2619884" cy="2168178"/>
            <a:chOff x="2930016" y="1390294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90294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434563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37104" y="763405"/>
            <a:ext cx="2462886" cy="229229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190500" algn="l"/>
              </a:tabLst>
            </a:pPr>
            <a:r>
              <a:rPr lang="en-US" sz="1100" spc="15" dirty="0" smtClean="0">
                <a:solidFill>
                  <a:schemeClr val="tx2">
                    <a:lumMod val="75000"/>
                  </a:schemeClr>
                </a:solidFill>
                <a:latin typeface="Tahoma"/>
                <a:cs typeface="Tahoma"/>
              </a:rPr>
              <a:t>Development Methodology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needs and project requirements.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190500" algn="l"/>
              </a:tabLst>
            </a:pPr>
            <a:r>
              <a:rPr lang="en-US"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Design modules, data structures, and workflow. 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190500" algn="l"/>
              </a:tabLst>
            </a:pPr>
            <a:r>
              <a:rPr lang="en-US"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Develop the music player using C/C++ and SFML.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190500" algn="l"/>
              </a:tabLst>
            </a:pPr>
            <a:r>
              <a:rPr lang="en-US"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Test playback, searching, playlists, and other functions.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190500" algn="l"/>
              </a:tabLst>
            </a:pPr>
            <a:r>
              <a:rPr lang="en-US"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Check performance, usability, and overall functionality.</a:t>
            </a:r>
            <a:r>
              <a:rPr sz="1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tabLst>
                <a:tab pos="190500" algn="l"/>
              </a:tabLst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Initial</a:t>
            </a:r>
            <a:r>
              <a:rPr spc="5" dirty="0"/>
              <a:t> </a:t>
            </a:r>
            <a:r>
              <a:rPr spc="-60" dirty="0"/>
              <a:t>Progress</a:t>
            </a:r>
            <a:r>
              <a:rPr spc="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25" dirty="0"/>
              <a:t>Team</a:t>
            </a:r>
            <a:r>
              <a:rPr spc="5" dirty="0"/>
              <a:t> </a:t>
            </a:r>
            <a:r>
              <a:rPr spc="-5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994" y="918491"/>
            <a:ext cx="2294306" cy="204094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70" dirty="0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sz="1100" b="1" spc="5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Scope defined, predefined collection of songs identified.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structures selected for </a:t>
            </a: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library, </a:t>
            </a:r>
            <a:r>
              <a:rPr lang="en-US" sz="12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playlists,history,queue</a:t>
            </a: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search</a:t>
            </a:r>
            <a:r>
              <a:rPr lang="en-US" sz="12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++ class/module structure planned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6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High-level system architecture and workflow.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2071" y="970420"/>
            <a:ext cx="264108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33345" algn="l"/>
              </a:tabLst>
            </a:pPr>
            <a:r>
              <a:rPr sz="1100" b="1" u="sng" spc="-8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sz="1100" b="1" u="sng" spc="1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sz="11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96275"/>
              </p:ext>
            </p:extLst>
          </p:nvPr>
        </p:nvGraphicFramePr>
        <p:xfrm>
          <a:off x="2772072" y="1151240"/>
          <a:ext cx="2668689" cy="148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227">
                <a:tc>
                  <a:txBody>
                    <a:bodyPr/>
                    <a:lstStyle/>
                    <a:p>
                      <a:pPr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Member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765"/>
                        </a:lnSpc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Role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Contribution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5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Sanya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  <a:r>
                        <a:rPr lang="en-US" sz="900" i="0" spc="-2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i="0" spc="-2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</a:t>
                      </a:r>
                      <a:r>
                        <a:rPr lang="en-US" sz="9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coordination,overall</a:t>
                      </a: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 development</a:t>
                      </a: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sz="900" i="0" spc="-25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900" i="0" spc="-25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anvi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r>
                        <a:rPr sz="900" i="0" spc="-1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US" sz="900" i="0" spc="-2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900" i="0" spc="-2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report documentation and formatting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900" i="0" spc="-25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Eshu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r>
                        <a:rPr sz="900" i="0" spc="-1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Developer/Docs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US" sz="900" i="0" spc="-2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Testing</a:t>
                      </a:r>
                      <a:r>
                        <a:rPr lang="en-US" sz="900" i="0" spc="-2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and debugging</a:t>
                      </a:r>
                      <a:endParaRPr sz="9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Roadmap,</a:t>
            </a:r>
            <a:r>
              <a:rPr spc="10" dirty="0"/>
              <a:t> </a:t>
            </a:r>
            <a:r>
              <a:rPr spc="-40" dirty="0"/>
              <a:t>Expected</a:t>
            </a:r>
            <a:r>
              <a:rPr spc="10" dirty="0"/>
              <a:t> </a:t>
            </a:r>
            <a:r>
              <a:rPr spc="-45" dirty="0"/>
              <a:t>Outcomes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7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347294" y="708025"/>
            <a:ext cx="2535606" cy="235128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Roadmap</a:t>
            </a:r>
          </a:p>
          <a:p>
            <a:pPr marL="3282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z="1200" b="0" spc="-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</a:t>
            </a:r>
            <a:r>
              <a:rPr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  <a:r>
              <a:rPr sz="1200" b="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spc="-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r>
              <a:rPr sz="1200" b="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spc="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pc="-1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1200" b="0" spc="-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sz="1200" b="0" spc="-1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tabLst>
                <a:tab pos="328295" algn="l"/>
              </a:tabLst>
            </a:pPr>
            <a:r>
              <a:rPr lang="en-US" sz="1200" b="0" spc="-5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sz="1200" b="0" spc="-5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</a:t>
            </a:r>
            <a:r>
              <a:rPr sz="1200" b="0" spc="-5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sz="1200" b="0" spc="-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b="0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pc="-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C/C++ Development</a:t>
            </a:r>
            <a:endParaRPr sz="1200" b="0" spc="-1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328295" algn="l"/>
              </a:tabLst>
            </a:pPr>
            <a:r>
              <a:rPr lang="en-US" sz="1200" b="0" spc="-5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sz="1200" b="0" spc="-5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</a:t>
            </a:r>
            <a:r>
              <a:rPr sz="1200" b="0" spc="-6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sz="1200" b="0" spc="-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 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Testing, UI/audio integration</a:t>
            </a:r>
            <a:r>
              <a:rPr 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328295" algn="l"/>
              </a:tabLst>
            </a:pPr>
            <a:r>
              <a:rPr spc="-50" dirty="0" smtClean="0"/>
              <a:t>Expected</a:t>
            </a:r>
            <a:r>
              <a:rPr spc="-10" dirty="0" smtClean="0"/>
              <a:t> </a:t>
            </a:r>
            <a:r>
              <a:rPr spc="-10" dirty="0"/>
              <a:t>Outcomes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sz="12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Working</a:t>
            </a:r>
            <a:r>
              <a:rPr sz="12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music player prototype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27660" lvl="1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2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Song and Playlist Management</a:t>
            </a:r>
          </a:p>
          <a:p>
            <a:pPr marL="327660" lvl="1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2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Fast song search</a:t>
            </a:r>
          </a:p>
          <a:p>
            <a:pPr marL="327660" lvl="1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2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Practical use of DSA and OOPs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27660" lvl="1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Scope for </a:t>
            </a:r>
            <a:r>
              <a:rPr lang="en-US" sz="12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</a:t>
            </a:r>
            <a:r>
              <a:rPr sz="1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uture</a:t>
            </a:r>
            <a:r>
              <a:rPr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scalability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5300" y="809729"/>
            <a:ext cx="2590799" cy="15638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 smtClean="0">
                <a:solidFill>
                  <a:srgbClr val="133768"/>
                </a:solidFill>
                <a:latin typeface="Tahoma"/>
                <a:cs typeface="Tahoma"/>
              </a:rPr>
              <a:t>Reference</a:t>
            </a:r>
            <a:endParaRPr sz="1100" dirty="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Spotify official documentation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C++ </a:t>
            </a:r>
            <a:r>
              <a:rPr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documentation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2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</a:t>
            </a:r>
            <a:r>
              <a:rPr lang="en-US" sz="12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SA/OOP</a:t>
            </a:r>
            <a:r>
              <a:rPr sz="1200" spc="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textbook</a:t>
            </a:r>
            <a:endParaRPr lang="en-US" sz="1200" spc="-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GitHub </a:t>
            </a: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repositories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AI Assistance(Chat </a:t>
            </a:r>
            <a:r>
              <a:rPr lang="en-US" sz="1200" spc="-1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GPT,Claude</a:t>
            </a:r>
            <a:r>
              <a:rPr lang="en-US" sz="1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200" spc="-1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LaTex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0100" y="2507336"/>
            <a:ext cx="1924050" cy="371475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</TotalTime>
  <Words>864</Words>
  <Application>Microsoft Office PowerPoint</Application>
  <PresentationFormat>Custom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USER</cp:lastModifiedBy>
  <cp:revision>28</cp:revision>
  <dcterms:created xsi:type="dcterms:W3CDTF">2026-09-06T06:37:52Z</dcterms:created>
  <dcterms:modified xsi:type="dcterms:W3CDTF">2026-09-09T10:28:19Z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2026-08-29T00:00:00Z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2026-09-06T00:00:00Z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